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Организационная структура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2286000" cy="457200"/>
          </a:xfrm>
          <a:prstGeom prst="rect">
            <a:avLst/>
          </a:prstGeom>
          <a:solidFill>
            <a:srgbClr val="BFD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</a:rPr>
              <a:t>Дирекция по инвестициям (7)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</a:rPr>
              <a:t>Руководитель: Болилая Александра Сергеевна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926080" y="1463040"/>
            <a:ext cx="2286000" cy="457200"/>
          </a:xfrm>
          <a:prstGeom prst="rect">
            <a:avLst/>
          </a:prstGeom>
          <a:solidFill>
            <a:srgbClr val="BFD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</a:rPr>
              <a:t>Отдел ценных бумаг и аналитики (5)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</a:rPr>
              <a:t>Руководитель: Соколова Эльвира Сергеевна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00200" y="1371600"/>
            <a:ext cx="2468880" cy="9144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2026-04-02T11:16:38Z</dcterms:created>
  <dcterms:modified xsi:type="dcterms:W3CDTF">2026-04-02T11:16:38Z</dcterms:modified>
</cp:coreProperties>
</file>