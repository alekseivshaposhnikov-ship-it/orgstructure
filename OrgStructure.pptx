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Дирекция по маркетингу (21 чел.)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Руководитель: Глазунов Всеволод Игоревич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Маркетинговая лаборатория (7 чел.)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Руководитель: Григорьева Наталья Андреевна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Отдел аналитики (7 чел.)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Руководитель: Ильдарова София Игоревна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Отдел аудита и стандартов (0 чел.)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Руководитель: Глазунов Всеволод Игоревич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Отдел маркетинговой информации и обучения продукту (2 чел.)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Руководитель: Слободенюк Анна Юрьевна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Служба цифрового маркетинга (2 чел.)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Руководитель: -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2026-03-31T07:35:24Z</dcterms:created>
  <dcterms:modified xsi:type="dcterms:W3CDTF">2026-03-31T07:35:24Z</dcterms:modified>
</cp:coreProperties>
</file>