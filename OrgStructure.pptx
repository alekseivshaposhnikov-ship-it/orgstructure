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Дирекция по информационным технологиям (43)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Быковский Роман Вадимович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аналитики (5)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Шапошников Алексей Викторович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Бизнес-аналитик, Руководитель отдела, Тестировщик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информационных технологий в г. Москве (4)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Толкаев Евгений Юрьевич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Ведущий специалист технической поддержки, Руководитель отдела, Специалист технической поддержки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инфраструктурных решений (16)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Быковский Роман Вадимович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Ведущий инженер-разработчик, Ведущий сетевой инженер, Ведущий системный администратор, Инженер по информационной безопасности, Инженер-разработчик, Руководитель отдела, Сетевой инженер, Системный администратор, Специалист по информационной безопасности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Группа технической поддержки (7)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Ануфриев Игорь Николаевич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Ведущий специалист, Ведущий специалист технической поддержки, Руководитель группы, Специалист, Специалист технической поддержки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программирования (11)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Ведущий инженер-программист, Инженер-программист, Тестировщик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развития цифровых платформ (2)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Рубан Федор Олегович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Веб-дизайнер, Руководитель отдела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Отдел разработки веб-решений (5)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Горев Андрей Юрьевич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Должности: Веб-разработчик, Ведущий веб-разработчик, Младший веб-разработчик, Руководитель отдела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2026-03-31T08:16:06Z</dcterms:created>
  <dcterms:modified xsi:type="dcterms:W3CDTF">2026-03-31T08:16:06Z</dcterms:modified>
</cp:coreProperties>
</file>