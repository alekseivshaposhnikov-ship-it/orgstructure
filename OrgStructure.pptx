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Организационная структура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3200400" cy="640080"/>
          </a:xfrm>
          <a:prstGeom prst="rect">
            <a:avLst/>
          </a:prstGeom>
          <a:solidFill>
            <a:srgbClr val="BFD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Дирекция по инвестициям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Руководитель: Болилая Александра Сергеевна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931920" y="1737360"/>
            <a:ext cx="3200400" cy="640080"/>
          </a:xfrm>
          <a:prstGeom prst="rect">
            <a:avLst/>
          </a:prstGeom>
          <a:solidFill>
            <a:srgbClr val="BFDF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Отдел ценных бумаг и аналитики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Руководитель: Соколова Эльвира Сергеевна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2026-04-02T08:51:09Z</dcterms:created>
  <dcterms:modified xsi:type="dcterms:W3CDTF">2026-04-02T08:51:09Z</dcterms:modified>
</cp:coreProperties>
</file>