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Дирекция по персоналу (26)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Невзорова Екатерина Викторовна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Должности: HR бизнес-партнёр, Административный ассистент, Директор по персоналу, Заместитель Генерального директора - Директор по персоналу, Менеджер по внутрикорпоративным коммуникациям, Руководитель направления охраны труда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Отдел кадрового сопровождения производственного персонала (5)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Зелик Марина Сергеевна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Должности: Ведущий специалист, Ведущий специалист по кадровому администрированию, Руководитель отдела, Специалист по кадровому администрированию, Специалист по привлечению персонала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Отдел кадровой экспертизы (5)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Сеничева Надежда Алексеевна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Должности: Ведущий специалист, Руководитель отдела, Специалист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Отдел компенсаций и льгот (4)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Захарова Екатерина Геннадьевна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Должности: Главный специалист, Руководитель отдела, Специалист, Специалист по труду и заработной плате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Отдел привлечения и развития (7)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Васенина Мария Анатольевна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Должности: Руководитель направления "Строительство", Руководитель отдела, Старший менеджер по персоналу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2026-03-31T08:02:23Z</dcterms:created>
  <dcterms:modified xsi:type="dcterms:W3CDTF">2026-03-31T08:02:23Z</dcterms:modified>
</cp:coreProperties>
</file>