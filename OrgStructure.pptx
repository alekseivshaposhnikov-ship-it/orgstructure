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Организационная структура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200400" cy="640080"/>
          </a:xfrm>
          <a:prstGeom prst="rect">
            <a:avLst/>
          </a:prstGeom>
          <a:solidFill>
            <a:srgbClr val="BFD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Дирекция по информационным технологиям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Руководитель: Быковский Роман Вадимович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931920" y="1737360"/>
            <a:ext cx="3200400" cy="640080"/>
          </a:xfrm>
          <a:prstGeom prst="rect">
            <a:avLst/>
          </a:prstGeom>
          <a:solidFill>
            <a:srgbClr val="BFD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Отдел аналитики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Руководитель: Шапошников Алексей Викторович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931920" y="2560320"/>
            <a:ext cx="3200400" cy="640080"/>
          </a:xfrm>
          <a:prstGeom prst="rect">
            <a:avLst/>
          </a:prstGeom>
          <a:solidFill>
            <a:srgbClr val="BFD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Отдел информационных технологий в г. Москве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Руководитель: Толкаев Евгений Юрьевич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31920" y="3383280"/>
            <a:ext cx="3200400" cy="640080"/>
          </a:xfrm>
          <a:prstGeom prst="rect">
            <a:avLst/>
          </a:prstGeom>
          <a:solidFill>
            <a:srgbClr val="BFD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Отдел инфраструктурных решений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Руководитель: Быковский Роман Вадимович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06640" y="4206240"/>
            <a:ext cx="3200400" cy="640080"/>
          </a:xfrm>
          <a:prstGeom prst="rect">
            <a:avLst/>
          </a:prstGeom>
          <a:solidFill>
            <a:srgbClr val="BFD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Группа технической поддержки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Руководитель: Ануфриев Игорь Николаевич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5029200"/>
            <a:ext cx="3200400" cy="640080"/>
          </a:xfrm>
          <a:prstGeom prst="rect">
            <a:avLst/>
          </a:prstGeom>
          <a:solidFill>
            <a:srgbClr val="BFD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Отдел программирования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Руководитель: 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5852160"/>
            <a:ext cx="3200400" cy="640080"/>
          </a:xfrm>
          <a:prstGeom prst="rect">
            <a:avLst/>
          </a:prstGeom>
          <a:solidFill>
            <a:srgbClr val="BFD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Отдел развития цифровых платформ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Руководитель: Рубан Федор Олегович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6675120"/>
            <a:ext cx="3200400" cy="640080"/>
          </a:xfrm>
          <a:prstGeom prst="rect">
            <a:avLst/>
          </a:prstGeom>
          <a:solidFill>
            <a:srgbClr val="BFD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Отдел разработки веб-решений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Руководитель: Горев Андрей Юрьевич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7498080"/>
            <a:ext cx="3200400" cy="640080"/>
          </a:xfrm>
          <a:prstGeom prst="rect">
            <a:avLst/>
          </a:prstGeom>
          <a:solidFill>
            <a:srgbClr val="BFD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Отдел аналитики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Руководитель: Шапошников Алексей Викторович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8321040"/>
            <a:ext cx="3200400" cy="640080"/>
          </a:xfrm>
          <a:prstGeom prst="rect">
            <a:avLst/>
          </a:prstGeom>
          <a:solidFill>
            <a:srgbClr val="BFD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Отдел информационных технологий в г. Москве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Руководитель: Толкаев Евгений Юрьевич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9144000"/>
            <a:ext cx="3200400" cy="640080"/>
          </a:xfrm>
          <a:prstGeom prst="rect">
            <a:avLst/>
          </a:prstGeom>
          <a:solidFill>
            <a:srgbClr val="BFD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Отдел инфраструктурных решений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Руководитель: Быковский Роман Вадимович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9966960"/>
            <a:ext cx="3200400" cy="640080"/>
          </a:xfrm>
          <a:prstGeom prst="rect">
            <a:avLst/>
          </a:prstGeom>
          <a:solidFill>
            <a:srgbClr val="BFD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Группа технической поддержки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Руководитель: Ануфриев Игорь Николаевич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10789920"/>
            <a:ext cx="3200400" cy="640080"/>
          </a:xfrm>
          <a:prstGeom prst="rect">
            <a:avLst/>
          </a:prstGeom>
          <a:solidFill>
            <a:srgbClr val="BFD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Группа технической поддержки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Руководитель: Ануфриев Игорь Николаевич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11612880"/>
            <a:ext cx="3200400" cy="640080"/>
          </a:xfrm>
          <a:prstGeom prst="rect">
            <a:avLst/>
          </a:prstGeom>
          <a:solidFill>
            <a:srgbClr val="BFD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Отдел программирования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Руководитель: 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12435840"/>
            <a:ext cx="3200400" cy="640080"/>
          </a:xfrm>
          <a:prstGeom prst="rect">
            <a:avLst/>
          </a:prstGeom>
          <a:solidFill>
            <a:srgbClr val="BFD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Отдел развития цифровых платформ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Руководитель: Рубан Федор Олегович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13258800"/>
            <a:ext cx="3200400" cy="640080"/>
          </a:xfrm>
          <a:prstGeom prst="rect">
            <a:avLst/>
          </a:prstGeom>
          <a:solidFill>
            <a:srgbClr val="BFD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Отдел разработки веб-решений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Руководитель: Горев Андрей Юрьевич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2026-03-31T08:38:26Z</dcterms:created>
  <dcterms:modified xsi:type="dcterms:W3CDTF">2026-03-31T08:38:26Z</dcterms:modified>
</cp:coreProperties>
</file>