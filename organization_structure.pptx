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01568" y="457200"/>
            <a:ext cx="2340864" cy="96926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Дирекция по маркетингу (21)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Руководитель: Глазунов Всеволод Игоревич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l.tyupko@legenda-dom.ru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m.zabrodskaya@legenda-dom.ru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glazunov@legenda-dom.ru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-1019859" y="1655064"/>
            <a:ext cx="2011680" cy="16276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Маркетинговая лаборатория (7)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Руководитель: Григорьева Наталья Андреевна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a.shmeleva@legenda-dom.ru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e.savateva@legenda-dom.ru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y.gordeev@legenda-dom.ru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n.grigorieva@legenda-dom.ru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t.kerova@legenda-dom.ru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a.kancidalova@legenda-dom.ru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g.irtuganova@legenda-dom.ru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66141" y="1655064"/>
            <a:ext cx="2011680" cy="16276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Отдел аналитики (7)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Руководитель: Ильдарова София Игоревна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s.ildarova@legenda-dom.ru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n.koroed@legenda-dom.ru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k.kazantseva@legenda-dom.ru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l.alekseeva@legenda-dom.ru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d.mihailova@legenda-dom.ru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m.bychkova@legenda-dom.ru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d.tetereva@legenda-dom.ru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552141" y="1655064"/>
            <a:ext cx="20116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Отдел аудита и стандартов (0)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Руководитель: Глазунов Всеволод Игоревич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838141" y="1655064"/>
            <a:ext cx="2039718" cy="804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Отдел маркетинговой информации и обучения продукту (2)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Руководитель: Слободенюк Анна Юрьевна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d.nizametdinova@legenda-dom.ru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a.slobodenyuk@legenda-dom.ru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152179" y="1655064"/>
            <a:ext cx="20116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Служба цифрового маркетинга (2)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Руководитель: 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mar.sidorova@legenda-dom.ru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a.sidorov@legenda-dom.ru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2026-04-02T14:41:51Z</dcterms:created>
  <dcterms:modified xsi:type="dcterms:W3CDTF">2026-04-02T14:41:51Z</dcterms:modified>
</cp:coreProperties>
</file>