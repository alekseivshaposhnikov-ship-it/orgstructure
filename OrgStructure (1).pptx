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Организационная структура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Дирекция по развитию и градостроительной подготовке проектов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Винник Лев Арнольдович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931920" y="173736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Служба градостроительного анализа и подготовки документации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Хмелевский Сергей Андреевич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3200400" cy="640080"/>
          </a:xfrm>
          <a:prstGeom prst="rect">
            <a:avLst/>
          </a:prstGeom>
          <a:solidFill>
            <a:srgbClr val="BFD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Служба градостроительного анализа и подготовки документации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Руководитель: Хмелевский Сергей Андреевич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2026-03-31T08:40:32Z</dcterms:created>
  <dcterms:modified xsi:type="dcterms:W3CDTF">2026-03-31T08:40:32Z</dcterms:modified>
</cp:coreProperties>
</file>